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D9272E"/>
          </a:solidFill>
          <a:ln w="12700">
            <a:solidFill>
              <a:srgbClr val="D927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2191695" cy="7315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2881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6D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FFQ  |  AI POWERED REGRESSION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652881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TECHNOLOGY BRIEF  •  AUG 27,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4783"/>
                </a:solidFill>
              </a:rPr>
              <a:t>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59"/>
                </a:solidFill>
              </a:rPr>
              <a:t>Turning regression intelligence into an engineering control plane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human-governed workflow that connects Rally requirements, regression assets, and downstream automation delivery.</a:t>
            </a:r>
            <a:endParaRPr lang="en-US" sz="1250" dirty="0"/>
          </a:p>
        </p:txBody>
      </p:sp>
      <p:pic>
        <p:nvPicPr>
          <p:cNvPr id="5" name="Image 0" descr="/mnt/data/ffq_ai_extract/FFQ-AI-Powered-Regression-Intelligence-MVP-0.7.3-AllSheetsCollapsed/src/main/resources/static/images/farmers-insurance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420624"/>
            <a:ext cx="1645920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7452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C8E8"/>
                </a:solidFill>
              </a:rPr>
              <a:t>PURPOSE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57860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Reduce the distance between requirement change and executable regression coverage.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</a:rPr>
              <a:t>FFQ continuously structures Rally context, identifies applicable regression scenarios, enables controlled test-case refinement, and creates a governed path toward CI/CD execution and traceability.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394960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F44783"/>
          </a:solidFill>
          <a:ln w="12700">
            <a:solidFill>
              <a:srgbClr val="F447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545896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QUALITY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01952" y="5394960"/>
            <a:ext cx="1024128" cy="274320"/>
          </a:xfrm>
          <a:prstGeom prst="roundRect">
            <a:avLst>
              <a:gd name="adj" fmla="val 26667"/>
            </a:avLst>
          </a:prstGeom>
          <a:solidFill>
            <a:srgbClr val="D9272E"/>
          </a:solidFill>
          <a:ln w="12700">
            <a:solidFill>
              <a:srgbClr val="D927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75104" y="545896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VELOCITY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026664" y="5394960"/>
            <a:ext cx="85039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99816" y="5458968"/>
            <a:ext cx="7040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B2E59"/>
                </a:solidFill>
              </a:rPr>
              <a:t>CONTROL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17720" y="23317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EAF2FA"/>
          </a:solidFill>
          <a:ln w="12700">
            <a:solidFill>
              <a:srgbClr val="9FC1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24505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DA0"/>
                </a:solidFill>
              </a:rPr>
              <a:t>01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0916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Rally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Context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1772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OAuth2 / WSAPI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24728" y="2688336"/>
            <a:ext cx="256032" cy="365760"/>
          </a:xfrm>
          <a:prstGeom prst="chevron">
            <a:avLst/>
          </a:prstGeom>
          <a:solidFill>
            <a:srgbClr val="C9D4E0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23317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24505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DA0"/>
                </a:solidFill>
              </a:rPr>
              <a:t>02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6364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Match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7220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XLSX + rules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379208" y="2688336"/>
            <a:ext cx="256032" cy="365760"/>
          </a:xfrm>
          <a:prstGeom prst="chevron">
            <a:avLst/>
          </a:prstGeom>
          <a:solidFill>
            <a:srgbClr val="C9D4E0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26680" y="23317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18120" y="24505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DA0"/>
                </a:solidFill>
              </a:rPr>
              <a:t>03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81812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Review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72668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Edit / approve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933688" y="2688336"/>
            <a:ext cx="256032" cy="365760"/>
          </a:xfrm>
          <a:prstGeom prst="chevron">
            <a:avLst/>
          </a:prstGeom>
          <a:solidFill>
            <a:srgbClr val="C9D4E0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81160" y="23317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372600" y="24505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DA0"/>
                </a:solidFill>
              </a:rPr>
              <a:t>04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37260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Rally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Publish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28116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TC + steps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0488168" y="2688336"/>
            <a:ext cx="256032" cy="365760"/>
          </a:xfrm>
          <a:prstGeom prst="chevron">
            <a:avLst/>
          </a:prstGeom>
          <a:solidFill>
            <a:srgbClr val="C9D4E0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835640" y="233172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DEBF2"/>
          </a:solidFill>
          <a:ln w="12700">
            <a:solidFill>
              <a:srgbClr val="F3A2B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927080" y="24505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4783"/>
                </a:solidFill>
              </a:rPr>
              <a:t>05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92708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CI/CD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Handoff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835640" y="35935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CloudBees path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61772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4783"/>
                </a:solidFill>
              </a:rPr>
              <a:t>EXECUTIVE VALUE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626864" y="4745736"/>
            <a:ext cx="128016" cy="128016"/>
          </a:xfrm>
          <a:prstGeom prst="ellipse">
            <a:avLst/>
          </a:prstGeom>
          <a:solidFill>
            <a:srgbClr val="145DA0"/>
          </a:solidFill>
          <a:ln w="12700">
            <a:solidFill>
              <a:srgbClr val="145D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0" y="4709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Faster impact analysis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858000" y="4709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Requirement-to-regression mapping replaces manual discovery.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626864" y="5248656"/>
            <a:ext cx="128016" cy="128016"/>
          </a:xfrm>
          <a:prstGeom prst="ellipse">
            <a:avLst/>
          </a:prstGeom>
          <a:solidFill>
            <a:srgbClr val="D9272E"/>
          </a:solidFill>
          <a:ln w="12700">
            <a:solidFill>
              <a:srgbClr val="D9272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5212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Governed automation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858000" y="52120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Human approval remains the control point before publishing.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626864" y="5751576"/>
            <a:ext cx="128016" cy="128016"/>
          </a:xfrm>
          <a:prstGeom prst="ellipse">
            <a:avLst/>
          </a:prstGeom>
          <a:solidFill>
            <a:srgbClr val="145DA0"/>
          </a:solidFill>
          <a:ln w="12700">
            <a:solidFill>
              <a:srgbClr val="145D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46320" y="5715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Traceability by design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858000" y="5715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Rally artifacts and execution reporting share a single workflow.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4783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59"/>
                </a:solidFill>
              </a:rPr>
              <a:t>Architecture &amp; operating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Built as a Java 17 / Spring Boot intelligence layer with secure Rally integration and Playwright-ready QA workflows.</a:t>
            </a:r>
            <a:endParaRPr lang="en-US" sz="1250" dirty="0"/>
          </a:p>
        </p:txBody>
      </p:sp>
      <p:pic>
        <p:nvPicPr>
          <p:cNvPr id="5" name="Image 0" descr="/mnt/data/ffq_ai_extract/FFQ-AI-Powered-Regression-Intelligence-MVP-0.7.3-AllSheetsCollapsed/src/main/resources/static/images/farmers-insurance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420624"/>
            <a:ext cx="1645920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0299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83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8992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B2E59"/>
                </a:solidFill>
              </a:rPr>
              <a:t>INGEST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48840" y="1956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Rally hierarchy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5196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Project → Iteration → Feature → User Story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92440" y="19385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OAuth2 / Okta SSO + Rally WSAPI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2423160"/>
            <a:ext cx="1065276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8254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83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8992" y="27980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B2E59"/>
                </a:solidFill>
              </a:rPr>
              <a:t>ANALYZE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48840" y="2752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Regression intelligence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251960" y="273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Parse regression workbook, evaluate all sheets, match applicable TCs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92440" y="2734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Streaming XLSX scan + rule-based relevance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218688"/>
            <a:ext cx="1065276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6210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83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78992" y="3593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B2E59"/>
                </a:solidFill>
              </a:rPr>
              <a:t>GOVERN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48840" y="35478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Selected Test Cases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51960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Review, edit steps, save each TC, confirm selection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92440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Human-in-the-loop quality gate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" y="4014216"/>
            <a:ext cx="1065276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4416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83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8992" y="4389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B2E59"/>
                </a:solidFill>
              </a:rPr>
              <a:t>PUBLISH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14884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Traceability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25196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Create Rally TestCase + TestCaseStep under selected User Story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92440" y="4325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Controlled read/write integration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22960" y="4809744"/>
            <a:ext cx="1065276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52120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783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78992" y="51846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B2E59"/>
                </a:solidFill>
              </a:rPr>
              <a:t>DELIVER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48840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Automation pipeline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251960" y="5120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Transition toward CloudBees execution and Reports &amp; Analytics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092440" y="5120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CI/CD handoff + execution traceability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0080" y="5989320"/>
            <a:ext cx="10927080" cy="365760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" y="60990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0B2E59"/>
                </a:solidFill>
              </a:rPr>
              <a:t>TECH STACK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828800" y="6071616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Amazon Corretto 17  •  Spring Boot  •  Maven  •  Microsoft Playwright Java  •  Rally WSAPI 2.0  •  OAuth2 / Okta SSO  •  CloudBees transition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44783"/>
                </a:solidFill>
              </a:rPr>
              <a:t>DELIVERY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59"/>
                </a:solidFill>
              </a:rPr>
              <a:t>Progress since Monday, August 24,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Engineering assessment based on the supplied MVP 0.7.3 codebase and the target end-to-end product vision.</a:t>
            </a:r>
            <a:endParaRPr lang="en-US" sz="1250" dirty="0"/>
          </a:p>
        </p:txBody>
      </p:sp>
      <p:pic>
        <p:nvPicPr>
          <p:cNvPr id="5" name="Image 0" descr="/mnt/data/ffq_ai_extract/FFQ-AI-Powered-Regression-Intelligence-MVP-0.7.3-AllSheetsCollapsed/src/main/resources/static/images/farmers-insurance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420624"/>
            <a:ext cx="1645920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396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5DA0"/>
                </a:solidFill>
              </a:rPr>
              <a:t>+30 pp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68680" y="27249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667085"/>
                </a:solidFill>
              </a:rPr>
              <a:t>DELIVERY ADVANCE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Estimated overall completion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42% → 72%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401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Major workflow consolidation and Rally publish path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8ECF2"/>
          </a:solidFill>
          <a:ln w="12700">
            <a:solidFill>
              <a:srgbClr val="F3A2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21396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44783"/>
                </a:solidFill>
              </a:rPr>
              <a:t>85%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4572000" y="27249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667085"/>
                </a:solidFill>
              </a:rPr>
              <a:t>FUNCTIONALITY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1772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Current MVP functional readiness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617720" y="3401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Core scan / select / edit / publish workflow is operational in code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046720" y="18745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21396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2E59"/>
                </a:solidFill>
              </a:rPr>
              <a:t>72%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8275320" y="27249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667085"/>
                </a:solidFill>
              </a:rPr>
              <a:t>COMPLETION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32104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Overall product completion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21040" y="3401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Remaining work is concentrated in AI generation, live CI/CD orchestration, and MCP/Copilot integration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658368" y="4160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2E59"/>
                </a:solidFill>
              </a:rPr>
              <a:t>DELIVERED IN THE CURRENT MVP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" y="4498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41832" y="4489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Live Rally hierarchy + Marketing project filtering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685800" y="4809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41832" y="48006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Regression workbook scan across sheets + TC matching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685800" y="5120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41832" y="51114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Collapsible selected-TC review, editable steps, per-TC save</a:t>
            </a:r>
            <a:endParaRPr lang="en-US" sz="1030" dirty="0"/>
          </a:p>
        </p:txBody>
      </p:sp>
      <p:sp>
        <p:nvSpPr>
          <p:cNvPr id="28" name="Text 25"/>
          <p:cNvSpPr/>
          <p:nvPr/>
        </p:nvSpPr>
        <p:spPr>
          <a:xfrm>
            <a:off x="685800" y="5431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41832" y="54223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Rally TestCase/TestCaseStep publishing to selected User Story</a:t>
            </a:r>
            <a:endParaRPr lang="en-US" sz="1030" dirty="0"/>
          </a:p>
        </p:txBody>
      </p:sp>
      <p:sp>
        <p:nvSpPr>
          <p:cNvPr id="30" name="Text 27"/>
          <p:cNvSpPr/>
          <p:nvPr/>
        </p:nvSpPr>
        <p:spPr>
          <a:xfrm>
            <a:off x="685800" y="5742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1832" y="57332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CloudBees transition screen + Reports &amp; Analytics workflow</a:t>
            </a:r>
            <a:endParaRPr lang="en-US" sz="1030" dirty="0"/>
          </a:p>
        </p:txBody>
      </p:sp>
      <p:sp>
        <p:nvSpPr>
          <p:cNvPr id="32" name="Text 29"/>
          <p:cNvSpPr/>
          <p:nvPr/>
        </p:nvSpPr>
        <p:spPr>
          <a:xfrm>
            <a:off x="626364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4783"/>
                </a:solidFill>
              </a:rPr>
              <a:t>NEXT TO REACH PRODUCTION-SCALE VISION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91072" y="4498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783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65392" y="448970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AI-generated test/task proposals with risk &amp; coverage scoring</a:t>
            </a:r>
            <a:endParaRPr lang="en-US" sz="1030" dirty="0"/>
          </a:p>
        </p:txBody>
      </p:sp>
      <p:sp>
        <p:nvSpPr>
          <p:cNvPr id="35" name="Text 32"/>
          <p:cNvSpPr/>
          <p:nvPr/>
        </p:nvSpPr>
        <p:spPr>
          <a:xfrm>
            <a:off x="6291072" y="4855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783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65392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Direct CI/CD orchestration and execution feedback from CloudBees</a:t>
            </a:r>
            <a:endParaRPr lang="en-US" sz="1030" dirty="0"/>
          </a:p>
        </p:txBody>
      </p:sp>
      <p:sp>
        <p:nvSpPr>
          <p:cNvPr id="37" name="Text 34"/>
          <p:cNvSpPr/>
          <p:nvPr/>
        </p:nvSpPr>
        <p:spPr>
          <a:xfrm>
            <a:off x="6291072" y="5212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783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565392" y="520293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MCP / GitHub Copilot service layer for code-generation workflows</a:t>
            </a:r>
            <a:endParaRPr lang="en-US" sz="1030" dirty="0"/>
          </a:p>
        </p:txBody>
      </p:sp>
      <p:sp>
        <p:nvSpPr>
          <p:cNvPr id="39" name="Text 36"/>
          <p:cNvSpPr/>
          <p:nvPr/>
        </p:nvSpPr>
        <p:spPr>
          <a:xfrm>
            <a:off x="6291072" y="5568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783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565392" y="555955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Expanded automated validation, observability, security hardening, and production readiness</a:t>
            </a:r>
            <a:endParaRPr lang="en-US" sz="1030" dirty="0"/>
          </a:p>
        </p:txBody>
      </p:sp>
      <p:sp>
        <p:nvSpPr>
          <p:cNvPr id="41" name="Text 38"/>
          <p:cNvSpPr/>
          <p:nvPr/>
        </p:nvSpPr>
        <p:spPr>
          <a:xfrm>
            <a:off x="658368" y="59984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Measurement note: percentages are executive engineering estimates, not production telemetry. “Functionality” measures current MVP workflow readiness; “Completion” measures progress against the broader roadmap / target architecture.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Farmers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FFQ - AI Powered Regression Intelligence</dc:title>
  <dc:subject>FFQ AI Powered Regression Intelligence</dc:subject>
  <dc:creator>OpenAI</dc:creator>
  <cp:lastModifiedBy>OpenAI</cp:lastModifiedBy>
  <cp:revision>1</cp:revision>
  <dcterms:created xsi:type="dcterms:W3CDTF">2026-08-27T14:30:31Z</dcterms:created>
  <dcterms:modified xsi:type="dcterms:W3CDTF">2026-08-27T14:30:31Z</dcterms:modified>
</cp:coreProperties>
</file>